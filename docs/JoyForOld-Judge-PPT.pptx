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5DE"/>
                </a:solidFill>
                <a:latin typeface="微软雅黑"/>
                <a:ea typeface="微软雅黑"/>
              </a:rPr>
              <a:t>计算机软件开发类竞赛作品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JoyForOld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面向老年用户的端云协同 GUI 智能体系统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D8E8"/>
                </a:solidFill>
                <a:latin typeface="微软雅黑"/>
                <a:ea typeface="微软雅黑"/>
              </a:rPr>
              <a:t>自然语言驱动 · 跨应用界面操控 · 安全确认 · 家庭远程协同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Android 智能体软件  |  人工智能 × 人机交互 × 智慧助老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8"/>
                </a:solidFill>
                <a:latin typeface="微软雅黑"/>
                <a:ea typeface="微软雅黑"/>
              </a:rPr>
              <a:t>版本 1.0  ·  包名 com.tetraploid.joyforold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目录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评审汇报结构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34440"/>
            <a:ext cx="9875520" cy="530352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3441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研究背景与问题提出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892808"/>
            <a:ext cx="9875520" cy="53035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9842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0025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作品定位与能力闭环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551176"/>
            <a:ext cx="9875520" cy="530352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42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6090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功能体系与典型场景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09544"/>
            <a:ext cx="9875520" cy="53035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3009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192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系统架构与技术路线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67912"/>
            <a:ext cx="9875520" cy="530352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59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77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核心技术创新点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526280"/>
            <a:ext cx="9875520" cy="53035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360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方案对比与社会价值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184648"/>
            <a:ext cx="9875520" cy="530352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2760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29437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C4A"/>
                </a:solidFill>
                <a:latin typeface="微软雅黑"/>
                <a:ea typeface="微软雅黑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01  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老龄化 × 智能手机普及 × 数字鸿沟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3566160" cy="214884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44168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社会背景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人口老龄化持续加深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家庭结构小型化、子女异地就业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养老与照护日益依赖数字化手段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566160" cy="214884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44168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现实矛盾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政务、医疗、出行、通讯、支付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加速向移动端迁移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「有设备」≠「会使用」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566160" cy="214884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44168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家庭现状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子女视频口授成本高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界面状态难共享、难复用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紧急场景更容易失败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78D4"/>
                </a:solidFill>
                <a:latin typeface="微软雅黑"/>
                <a:ea typeface="微软雅黑"/>
              </a:rPr>
              <a:t>关键洞察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●  老年用户面临界面复杂、路径长、易中断、改版后失效等问题，构成典型数字鸿沟。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●  主流语音助手擅长问答与系统技能，难以完成跨应用、多步骤的真实界面操作。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●  智慧助老需要从「陪聊式陪伴」走向「任务完成型智能辅助」。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●  大模型规划能力 + 无障碍自动化 + 端侧轻量推理，为银发 GUI 智能体提供技术条件。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01  核心问题定义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本作品要回答的科学/工程问题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47120" cy="14173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在保障安全与可控的前提下，如何将老年用户的自然语言意图，稳定转化为对真实智能手机界面（含第三方应用）的多步骤可执行操作，并在个人能力不足时提供家庭远程托底？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14884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如何可靠获取界面状态
（控件树 / 视觉）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017520"/>
            <a:ext cx="214884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30175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090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6576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如何理解口语化、
省略式老年指令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017520"/>
            <a:ext cx="214884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0175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090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6576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如何生成动作序列
并支持失败重规划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017520"/>
            <a:ext cx="214884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30175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090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6576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如何防止误发、
误拨等高风险操作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017520"/>
            <a:ext cx="2148840" cy="2468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30175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090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36576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如何引入家属远程
协助而不增负担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02  作品定位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端云协同 GUI 智能体，而非陪聊机器人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C4A"/>
                </a:solidFill>
                <a:latin typeface="微软雅黑"/>
                <a:ea typeface="微软雅黑"/>
              </a:rPr>
              <a:t>JoyForOld：面向老年用户的端云协同 GUI Agent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微软雅黑"/>
                <a:ea typeface="微软雅黑"/>
              </a:rPr>
              <a:t>以自然语言为统一入口，以无障碍界面感知与自动化为执行载体，以端云分层决策为智能核心，以语音二次确认与动作守卫为安全约束，以家属远程协助为照护托底。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可用性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一句话办事
降低操作负担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46888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高频场景可复现
减少半途失败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46888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安全性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敏感操作确认
抑制误触风险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可达性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弱网保留快路径
端侧意图执行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6052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协同性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老人自主使用
家属远程托底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160520"/>
            <a:ext cx="3657600" cy="15087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模型可配置
任务可扩展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02  能力闭环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听懂 → 看懂 → 想清 → 做对 → 问准 / 帮托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18288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听懂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唤醒 + ASR
本地唤醒词 / 流式识别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1828800"/>
            <a:ext cx="18288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看懂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界面观测
控件树优先 / 视觉回退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828800"/>
            <a:ext cx="18288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想清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分层决策
模板·NLU·Agent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18288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做对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自动执行
点击 / 输入 / 滚动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828800"/>
            <a:ext cx="1828800" cy="640080"/>
          </a:xfrm>
          <a:prstGeom prst="rect">
            <a:avLst/>
          </a:prstGeom>
          <a:solidFill>
            <a:srgbClr val="1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问准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安全确认
发送·拨号二次确认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9840" y="1828800"/>
            <a:ext cx="182880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1828800"/>
            <a:ext cx="1828800" cy="640080"/>
          </a:xfrm>
          <a:prstGeom prst="rect">
            <a:avLst/>
          </a:prstGeom>
          <a:solidFill>
            <a:srgbClr val="1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帮托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74320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家庭协同
协助码远程指令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微软雅黑"/>
                <a:ea typeface="微软雅黑"/>
              </a:rPr>
              <a:t>评价标准：事情是否办成，而非对话是否流畅。任务闭环优先于生成炫技。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03  功能体系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覆盖入口、理解、执行、安全与协同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多通道入口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唤醒词 / 语音按钮
文本输入 / 建议指令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跨应用操控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无障碍读屏执行
微信支持组件协同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端侧快路径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模板 + 离线 NLU
系统 Intent 直达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8016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云端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945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工具调用式规划
观察—执行—再规划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8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安全确认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发送 / 拨号确认
动作守卫防死循环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61188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悬浮 + 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跨应用悬浮助手
专用输入提升成功率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61188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家庭协助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26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协助码配对
看屏 / 远端指令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611880"/>
            <a:ext cx="2788920" cy="2103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931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银发刚需包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526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/>
                <a:ea typeface="微软雅黑"/>
              </a:rPr>
              <a:t>通话·导航·读消息
健康码·紧急求助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03  典型应用场景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可现场演示的刚需任务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8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亲情通话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2618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「打电话给女儿」→ 联系人解析 → 拨号前确认 → 执行拨号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6596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微信代发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39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自然语言描述收件人与内容 → 自动操作 → 发送前强制确认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4320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803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788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导航回家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163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「我要回家」→ 目的地解析 → 调起地图导航深链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66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弱网设置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593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「打开 WiFi / 放大字体」→ 端侧意图命中 → 本地快速完成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9768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34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信息获取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708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读未读消息、询问时间等 → 视觉信息转化为听觉反馈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64008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20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远程托底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1480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协助码配对 → 家属看屏 / 发指令 → 老人手机落地执行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04 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分层解耦 · 端云协同 · 执行可观测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34440"/>
            <a:ext cx="10332720" cy="749808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234440"/>
            <a:ext cx="2377440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交互呈现层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43560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Compose 主界面 / 悬浮窗 / 通知确认 / TTS 播报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03120"/>
            <a:ext cx="10332720" cy="749808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103120"/>
            <a:ext cx="2377440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运行时聚合层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0428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AgentRuntime：会话、权限、语音与协助状态统一调度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71800"/>
            <a:ext cx="10332720" cy="749808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2377440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决策路由层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729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模板 → 离线 NLU → 系统 Intent → 预设 → 云端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10332720" cy="749808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840480"/>
            <a:ext cx="2377440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执行与感知层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0416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AccessibilityGateway / 无障碍服务 / 输入法 / 系统深链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09160"/>
            <a:ext cx="10332720" cy="749808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709160"/>
            <a:ext cx="2377440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协同与模型层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103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协助协议与中继服务  ·  唤醒 / VAD / 意图 ONNX 资源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04  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关键技术选型与处理流水线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客户端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Kotlin · Compose
Koin · Coroutines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界面操控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Accessibility
跨应用读屏执行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端侧语音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Sherpa KWS
Silero VAD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端侧 NLU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RoBERTa-Mini
INT8 ONNX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云端能力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豆包流式 ASR
可配置 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1234440"/>
            <a:ext cx="1874519" cy="201168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1417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家庭协同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Ktor · JWT
WebSocket 中继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主处理流水线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77639"/>
            <a:ext cx="11247120" cy="13716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麦克风采集 → VAD 门控 → 唤醒检出 → 预缓冲衔接 ASR → 多层路由 → 本地执行 / Agent 循环 → 安全确认 → 无障碍执行 → TTS 反馈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05  核心创新点（一）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范式 · 架构 · 端侧智能 · 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01  GUI 智能体范式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将大模型从对话生成推进到界面操控闭环，以事情办成为评价标准。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02  端云多层路由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模板 / 离线 NLU / 系统意图 / 预设 / 云端 Agent 级联分流。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03  端侧慎行 NLU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INT8 意图分类 + 置信度门控：自动执行 / 澄清 / 回退。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4320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04  唤醒链路耦合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KWS + VAD + 预缓冲 ASR，缩短唤起至表达的交互断裂。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05  语音二次确认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发送、拨号等高风险动作强制口语确认，安全优先于全自动。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97680"/>
            <a:ext cx="5623560" cy="13716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06  动作守卫机制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37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抑制重复无效点击与死循环，保持代操作的可控性。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05  核心创新点（二）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感知 · 工程可靠 · 照护协同 · 隐私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11064240" cy="960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07  双通道界面感知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0992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控件树精确点击为主，截图多模态规划为辅，适配复杂第三方界面。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064240" cy="960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08  Action-set 工程化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微信 / 地图等高频流程剧本化，智能规划与稳定路径相结合。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11064240" cy="960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09  家庭照护闭环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协助协议 + 中继服务，形成老人自主与家属托底的三层能力结构。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26280"/>
            <a:ext cx="11064240" cy="96012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4A"/>
                </a:solidFill>
                <a:latin typeface="微软雅黑"/>
                <a:ea typeface="微软雅黑"/>
              </a:rPr>
              <a:t>10  隐私脱敏上云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0176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页面上下文脱敏、密钥本地保存，平衡能力上云与隐私保护。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06  方案对比与社会价值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差异化竞争力与民生导向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微软雅黑"/>
                <a:ea typeface="微软雅黑"/>
              </a:rPr>
              <a:t>与现有方案相比：本作品强在「系统集成 + 适老化约束 + 家庭协同」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219456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554480"/>
            <a:ext cx="27432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27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语音助手/陪聊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54480"/>
            <a:ext cx="27432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627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脚本 RPA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32004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本作品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65960"/>
            <a:ext cx="219456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跨应用深度操作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96596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039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有限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96596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039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强（脚本内）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965960"/>
            <a:ext cx="32004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智能体 + 动作集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7744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450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适老化设计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37744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弱—中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37744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37744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788920"/>
            <a:ext cx="219456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862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安全确认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78892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一般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78892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2788920"/>
            <a:ext cx="32004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862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语音二次确认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20040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273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弱网快路径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20040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273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20040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3273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20040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端侧 NLU/模板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3611880"/>
            <a:ext cx="219456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36850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家庭远程托底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361188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3685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少见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3611880"/>
            <a:ext cx="27432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3685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少见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3611880"/>
            <a:ext cx="3200400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685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微软雅黑"/>
                <a:ea typeface="微软雅黑"/>
              </a:rPr>
              <a:t>协助闭环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微软雅黑"/>
                <a:ea typeface="微软雅黑"/>
              </a:rPr>
              <a:t>社会价值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4526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●  缓解老年数字鸿沟，提升独立完成生活事务的能力；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●  减轻子女视频口授负担，形成可复用的家庭远程协助机制；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●  提供无需逐一改造业务 App 的第三方适老化能力层思路；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●  可作为 GUI Agent、老年 HCI 与智慧养老方向的可演示平台。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C4A"/>
                </a:solidFill>
                <a:latin typeface="微软雅黑"/>
                <a:ea typeface="微软雅黑"/>
              </a:rPr>
              <a:t>07 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问题导向 · 技术贯通 · 工程可演示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JoyForOld  |  面向老年用户的端云协同 GUI 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14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  <a:ea typeface="微软雅黑"/>
              </a:rPr>
              <a:t>JoyForOld 以适老化任务闭环为导向，完成从语言理解到跨应用界面执行的系统贯通，并以端云分流与安全门控保证可用性与可控性。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3611880" cy="21945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361188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问题硬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数字鸿沟与家庭口授低效
是真实刚需，而非虚构场景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94560"/>
            <a:ext cx="3611880" cy="21945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94560"/>
            <a:ext cx="361188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技术新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17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GUI Agent + 端云路由
+ 安全确认 + 家庭协同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94560"/>
            <a:ext cx="3611880" cy="219456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194560"/>
            <a:ext cx="361188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304288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落地实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175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/>
                <a:ea typeface="微软雅黑"/>
              </a:rPr>
              <a:t>真机可演示、模块可扩展
边界清晰、工程完备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8D4"/>
                </a:solidFill>
                <a:latin typeface="微软雅黑"/>
                <a:ea typeface="微软雅黑"/>
              </a:rPr>
              <a:t>听得懂 · 看得见 · 点得到 · 问得准 · 家人能帮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B2C4A"/>
                </a:solidFill>
                <a:latin typeface="微软雅黑"/>
                <a:ea typeface="微软雅黑"/>
              </a:rPr>
              <a:t>感谢各位评委老师批评指正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